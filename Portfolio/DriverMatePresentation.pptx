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78" r:id="rId7"/>
    <p:sldId id="258" r:id="rId8"/>
    <p:sldId id="287" r:id="rId9"/>
    <p:sldId id="286" r:id="rId10"/>
    <p:sldId id="288" r:id="rId11"/>
    <p:sldId id="289" r:id="rId12"/>
    <p:sldId id="290" r:id="rId13"/>
    <p:sldId id="295" r:id="rId14"/>
    <p:sldId id="291" r:id="rId15"/>
    <p:sldId id="292" r:id="rId16"/>
    <p:sldId id="293" r:id="rId17"/>
    <p:sldId id="294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655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189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668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985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03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381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1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824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12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85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92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 err="1"/>
              <a:t>DriverMate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1800" dirty="0">
                <a:latin typeface="Abadi" panose="020F0502020204030204" pitchFamily="34" charset="0"/>
              </a:rPr>
              <a:t>Anuj Rajthala</a:t>
            </a:r>
            <a:br>
              <a:rPr lang="en-US" sz="1800" dirty="0">
                <a:latin typeface="Abadi" panose="020F0502020204030204" pitchFamily="34" charset="0"/>
              </a:rPr>
            </a:br>
            <a:r>
              <a:rPr lang="en-US" sz="1800" dirty="0">
                <a:latin typeface="Abadi" panose="020F0502020204030204" pitchFamily="34" charset="0"/>
              </a:rPr>
              <a:t>University id: 77297965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890792"/>
            <a:ext cx="3563964" cy="455215"/>
          </a:xfrm>
        </p:spPr>
        <p:txBody>
          <a:bodyPr>
            <a:normAutofit fontScale="90000"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Topic one</a:t>
            </a:r>
          </a:p>
          <a:p>
            <a:r>
              <a:rPr lang="en-US" dirty="0"/>
              <a:t>Topic two</a:t>
            </a:r>
          </a:p>
          <a:p>
            <a:r>
              <a:rPr lang="en-US" dirty="0"/>
              <a:t>Topic three</a:t>
            </a:r>
          </a:p>
          <a:p>
            <a:r>
              <a:rPr lang="en-US" dirty="0"/>
              <a:t>Topic four</a:t>
            </a:r>
          </a:p>
          <a:p>
            <a:r>
              <a:rPr lang="en-US" dirty="0"/>
              <a:t>Topic five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 Communication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 fontScale="92500" lnSpcReduction="20000"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 Aims: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Revolutionize driver hiring.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Seamlessly connect passengers with nearby drivers.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Key Features: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Advanced algorithms for efficient matching.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Matching based on proximity and preferences.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User Experience: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Streamlined booking process.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Transparent pricing.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Stringent driver verification.</a:t>
            </a:r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Current Issues in Transportation: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Difficulty in finding reliable and available drivers.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Safety and trust concerns for passengers.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Inefficient ride matching and long wait times.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Lack of transparency in pricing and ride tracking.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Impact on Users: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Inconvenience and frustration for passengers.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855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67703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8420" y="1053885"/>
            <a:ext cx="8229600" cy="5667589"/>
          </a:xfrm>
        </p:spPr>
        <p:txBody>
          <a:bodyPr>
            <a:normAutofit fontScale="92500" lnSpcReduction="10000"/>
          </a:bodyPr>
          <a:lstStyle/>
          <a:p>
            <a:pPr algn="l" fontAlgn="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Efficient &amp; Reliable Transportation: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Seamlessly connect passengers with nearby drivers.</a:t>
            </a:r>
          </a:p>
          <a:p>
            <a:pPr marL="457200" lvl="1" indent="0" algn="l">
              <a:buNone/>
            </a:pP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Ride Request and Matching:</a:t>
            </a: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 Provide an efficient system to match ride requests with available drivers.</a:t>
            </a:r>
          </a:p>
          <a:p>
            <a:pPr algn="l"/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Real-Time Tracking:</a:t>
            </a: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 Enable real-time tracking of rides for safety and convenience.</a:t>
            </a:r>
          </a:p>
          <a:p>
            <a:br>
              <a:rPr lang="en-GB" dirty="0"/>
            </a:br>
            <a:endParaRPr lang="en-US" b="1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Streamlined Booking Process: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Intuitive interfaces.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User-friendly features.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Transparency: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Transparent pricing mechanisms.</a:t>
            </a:r>
          </a:p>
          <a:p>
            <a:pPr algn="l" fontAlgn="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Continuous Innovation: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Drive positive change in the transportation industry.</a:t>
            </a:r>
          </a:p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23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577" y="419095"/>
            <a:ext cx="924936" cy="537552"/>
          </a:xfrm>
        </p:spPr>
        <p:txBody>
          <a:bodyPr/>
          <a:lstStyle/>
          <a:p>
            <a:r>
              <a:rPr lang="en-US" dirty="0" err="1"/>
              <a:t>Erd</a:t>
            </a:r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268B714-D3D2-76BF-7447-96955E2E28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28714" y="1911350"/>
            <a:ext cx="6888235" cy="3406775"/>
          </a:xfr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0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8577" y="419095"/>
            <a:ext cx="3916108" cy="537552"/>
          </a:xfrm>
        </p:spPr>
        <p:txBody>
          <a:bodyPr>
            <a:normAutofit/>
          </a:bodyPr>
          <a:lstStyle/>
          <a:p>
            <a:r>
              <a:rPr lang="en-US" dirty="0"/>
              <a:t>Use Case Diagram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6534EC-043F-6811-8A9E-4F7DCCD48F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322387" y="1983783"/>
            <a:ext cx="8519037" cy="3750590"/>
          </a:xfrm>
        </p:spPr>
      </p:pic>
    </p:spTree>
    <p:extLst>
      <p:ext uri="{BB962C8B-B14F-4D97-AF65-F5344CB8AC3E}">
        <p14:creationId xmlns:p14="http://schemas.microsoft.com/office/powerpoint/2010/main" val="299205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5253" y="527583"/>
            <a:ext cx="1126413" cy="53755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LoGO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9" name="Content Placeholder 8" descr="A black hexagon with white lines&#10;&#10;Description automatically generated">
            <a:extLst>
              <a:ext uri="{FF2B5EF4-FFF2-40B4-BE49-F238E27FC236}">
                <a16:creationId xmlns:a16="http://schemas.microsoft.com/office/drawing/2014/main" id="{E752A626-3749-88D1-7156-1B3D13CA19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898183" y="1797803"/>
            <a:ext cx="4060555" cy="3859077"/>
          </a:xfrm>
        </p:spPr>
      </p:pic>
    </p:spTree>
    <p:extLst>
      <p:ext uri="{BB962C8B-B14F-4D97-AF65-F5344CB8AC3E}">
        <p14:creationId xmlns:p14="http://schemas.microsoft.com/office/powerpoint/2010/main" val="4092593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Flutter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rgbClr val="000000"/>
                </a:solidFill>
                <a:highlight>
                  <a:srgbClr val="F7F7F7"/>
                </a:highlight>
                <a:latin typeface="-apple-system"/>
              </a:rPr>
              <a:t>Firebase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Google Maps API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70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832020"/>
          </a:xfrm>
        </p:spPr>
        <p:txBody>
          <a:bodyPr/>
          <a:lstStyle/>
          <a:p>
            <a:r>
              <a:rPr lang="en-US" dirty="0"/>
              <a:t>Similar apps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549832"/>
            <a:ext cx="7449653" cy="4602995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Uber: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Global reach, real-time tracking, user-friendly interface.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Strengths: Brand recognition, extensive driver network.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Weaknesses: Surge pricing, safety concerns.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Lyft: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Focus on community and driver-passenger relationships.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Strengths: Strong customer service, clear pricing.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Weaknesses: Limited international presence.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Ola:</a:t>
            </a: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Popular in India, diverse ride options (autos, bikes, cabs).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Strengths: Wide range of vehicle choices, localized features.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Weaknesses: App performance issues, occasional safety reports.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41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9559" y="697424"/>
            <a:ext cx="2185262" cy="3952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PoTenTial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549832"/>
            <a:ext cx="7449653" cy="460299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Market Demand: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Increasing need for reliable transportation solutions in urban areas.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Growing preference for on-demand services.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Revenue Opportunities: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Ride commissions, subscription models, advertising.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User Benefits: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Convenience, safety, cost-effectiveness.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Driver Benefits: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Flexible working hours, increased earning potential.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81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37" y="588936"/>
            <a:ext cx="4091554" cy="503696"/>
          </a:xfrm>
        </p:spPr>
        <p:txBody>
          <a:bodyPr>
            <a:normAutofit fontScale="90000"/>
          </a:bodyPr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549832"/>
            <a:ext cx="7449653" cy="460299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Advanced Features: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AI-based ride matching to reduce wait times.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Enhanced safety measures (e.g., SOS buttons, driver/passenger verification).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Sustainability Initiatives: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Integration of electric vehicles and eco-friendly options.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Incentives for green driving practices.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User Experience Improvements:</a:t>
            </a:r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Personalized ride preferences.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highlight>
                  <a:srgbClr val="F7F7F7"/>
                </a:highlight>
                <a:latin typeface="-apple-system"/>
              </a:rPr>
              <a:t>Gamification elements to enhance user engagement.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495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37" y="588936"/>
            <a:ext cx="4091554" cy="503696"/>
          </a:xfrm>
        </p:spPr>
        <p:txBody>
          <a:bodyPr>
            <a:normAutofit/>
          </a:bodyPr>
          <a:lstStyle/>
          <a:p>
            <a:r>
              <a:rPr lang="en-US" dirty="0" err="1"/>
              <a:t>ConcLusions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1549832"/>
            <a:ext cx="7449653" cy="460299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Addresses driver reliability issues.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Enhances safety and trust for passengers.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Increases pricing and ride tracking transparency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High demand for reliable transportation solutions.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Opportunity to capture a large share of the transportation market.</a:t>
            </a:r>
          </a:p>
          <a:p>
            <a:pPr algn="l"/>
            <a:endParaRPr lang="en-GB" b="0" i="0" dirty="0">
              <a:solidFill>
                <a:srgbClr val="000000"/>
              </a:solidFill>
              <a:effectLst/>
              <a:highlight>
                <a:srgbClr val="F7F7F7"/>
              </a:highlight>
              <a:latin typeface="-apple-system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85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Anuj Rajthala</a:t>
            </a:r>
          </a:p>
          <a:p>
            <a:r>
              <a:rPr lang="en-US" dirty="0"/>
              <a:t>ranuj21@gmail.com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{88E54FB0-FA4E-40DD-A54D-AFCFDD3C1F6F}tf67328976_win32</Template>
  <TotalTime>78</TotalTime>
  <Words>481</Words>
  <Application>Microsoft Office PowerPoint</Application>
  <PresentationFormat>Widescreen</PresentationFormat>
  <Paragraphs>119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Abadi</vt:lpstr>
      <vt:lpstr>-apple-system</vt:lpstr>
      <vt:lpstr>Arial</vt:lpstr>
      <vt:lpstr>Calibri</vt:lpstr>
      <vt:lpstr>Söhne</vt:lpstr>
      <vt:lpstr>Tenorite</vt:lpstr>
      <vt:lpstr>Custom</vt:lpstr>
      <vt:lpstr>DriverMate    Anuj Rajthala University id: 77297965</vt:lpstr>
      <vt:lpstr>Table of Contents</vt:lpstr>
      <vt:lpstr>The  Communication</vt:lpstr>
      <vt:lpstr>Introduction</vt:lpstr>
      <vt:lpstr>Problem Statement</vt:lpstr>
      <vt:lpstr>Objectives</vt:lpstr>
      <vt:lpstr>Erd</vt:lpstr>
      <vt:lpstr>Use Case Diagram</vt:lpstr>
      <vt:lpstr>LoGO</vt:lpstr>
      <vt:lpstr>Technologies Used</vt:lpstr>
      <vt:lpstr>Similar apps</vt:lpstr>
      <vt:lpstr>PoTenTial</vt:lpstr>
      <vt:lpstr>Future Enhancements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DriverMate    Anuj Rajthala University id: 77297965</dc:title>
  <dc:creator>Rajthala, Anuj (Student)</dc:creator>
  <cp:lastModifiedBy>Rajthala, Anuj (Student)</cp:lastModifiedBy>
  <cp:revision>1</cp:revision>
  <dcterms:created xsi:type="dcterms:W3CDTF">2024-05-22T16:49:20Z</dcterms:created>
  <dcterms:modified xsi:type="dcterms:W3CDTF">2024-05-22T18:07:48Z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